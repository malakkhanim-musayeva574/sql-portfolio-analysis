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C92BC4-DD68-4130-AE8C-175D5538CCF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ql" id="{A4816231-618C-4AE7-9C89-350B857D1F99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A35E6-F5BE-4F43-AE93-8C3AD29D65F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30F8D-AE09-4989-B991-14B92049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3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attempts to retrieve employees with highest salary in each department using a subquery and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71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department calculate: sort the results by department name: calculated total employees average </a:t>
            </a:r>
            <a:r>
              <a:rPr lang="en-US" dirty="0" err="1"/>
              <a:t>salary,max</a:t>
            </a:r>
            <a:r>
              <a:rPr lang="en-US" dirty="0"/>
              <a:t> and minimum salary with the help of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36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calculates the salary gap for each </a:t>
            </a:r>
            <a:r>
              <a:rPr lang="en-US" dirty="0" err="1"/>
              <a:t>department,which</a:t>
            </a:r>
            <a:r>
              <a:rPr lang="en-US" dirty="0"/>
              <a:t> is the difference between the highest and </a:t>
            </a:r>
            <a:r>
              <a:rPr lang="en-US" dirty="0" err="1"/>
              <a:t>lowes</a:t>
            </a:r>
            <a:r>
              <a:rPr lang="en-US" dirty="0"/>
              <a:t> salary.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23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found the top 5 employees with the highest salary in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calculates the average of salary for each department and ranks the departments based on their average salaries.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4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lists all employees and categorizes them as ‘has commission’ or ‘no commission’ using a case when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30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lists employees whose salaries between 5000 and 10000 using between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54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analyzes manager performance by showing for each </a:t>
            </a:r>
            <a:r>
              <a:rPr lang="en-US" dirty="0" err="1"/>
              <a:t>manager,the</a:t>
            </a:r>
            <a:r>
              <a:rPr lang="en-US" dirty="0"/>
              <a:t> number of direct reports and the average salary of their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7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how many employees were hired each year and count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64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categorized into salary bands “low” medium or high based on their </a:t>
            </a:r>
            <a:r>
              <a:rPr lang="en-US" dirty="0" err="1"/>
              <a:t>salary.It</a:t>
            </a:r>
            <a:r>
              <a:rPr lang="en-US" dirty="0"/>
              <a:t> also shows which department each employee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30F8D-AE09-4989-B991-14B9204972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45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AAA2-35C4-9D17-3E2C-9242094B6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A3314-EE0A-0416-5A8C-D69BB6A69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843E3-4E6B-55FB-0E92-E2BD5DE7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B931F-BB7F-92B2-20CC-9B112547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E41A0-044F-51EC-B067-26DA5D55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166D6-A2A1-6AC3-3BE0-8E4A1566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06EA-6C20-A89E-815D-597445BD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AC0F0-771B-0D18-7A7D-1CEBCD24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86996-6352-5251-B710-22A96AE3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35388-7B39-DAD6-4846-BC6A20EA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5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F252-944A-8BC1-3233-9CC38772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1B350-7F0E-8965-F07F-739ECFE8A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0E166-E59C-B45A-D45E-D0207D79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91BFE-4098-467F-1299-ADFD25BC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48DDF-984A-2547-EA2D-9DFDC18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7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74CA-C2E9-8F18-1886-57930C67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4AC4-40DE-0AC4-5A33-4078973E0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90B99-DBC8-789F-B82E-A08DAE2B5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4ED1E-411C-DDB9-62F5-6CD217B3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3A8D6-814C-3B20-F289-7F60FFB6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828F5-5B29-3E3D-3AC2-BC1A2BCA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D34E-7538-830C-A503-DC5558BC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2563D-D3FB-2EE8-F197-933A5A28F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66EFA-0ED6-B04D-B6DE-E4FFB4E01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8E13E-AF9B-E7BF-7BBC-AE7B10D28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D0226-30C8-2787-29A3-E14FAA81E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7D9DA-DAD6-DEB4-C99A-E6EE7E7E0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6254F-3FA4-E7D5-BEF3-AA8E3F4C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D10F7-5B51-D530-2CAF-24A72BD8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4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1AD2-5623-5B8A-D821-10818498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BB851-71FB-1EF7-6430-72D3555A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AA86D-00D0-577B-D67E-E97A8D03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E1E0B-600E-BB99-74D6-7DB9E9BE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1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DE672-CC25-E757-B598-9EA5CB2D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EA966-1BEE-56B4-86D0-9A418A63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90BCC-41D8-CAED-83D1-8CDEA9AE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9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2F3B-97A8-1D17-D2E9-25F588438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7339-C9E9-3D48-0572-35D4B9897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EC1DF-1846-F713-CE36-6E0C630DE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3793A-D96D-3DF7-D37C-9C362D44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B2754-C1C6-CF55-BFCA-1D26344D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0901D-9937-A68D-DBA6-EBAB8EF7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9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BB51-C821-48B2-9CC9-C0452FA8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003C87-4908-F62B-874F-0C982F04B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2BB8F-B4E2-61A5-73EC-9B94D4E4B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56A92-6179-48F8-6410-D6D30AFD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8E515-0C20-093D-0ED0-1D12486D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6B485-4B6F-EFC5-8BB4-52488659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2080-9791-D560-BB13-1CCDFAB0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B4E18-C587-6B32-5685-5E8D6B986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D0881-EBB5-84C5-BE70-15D17196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ABDCB-4A21-546F-E2BF-3CBA0413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A1AD-8C26-B0D6-7DF8-AE2FA38B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5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EDF80-33E7-B041-75C8-452AB688E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55F86-03DB-E884-4385-4B8C93607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01A72-80D6-FAF5-67EB-DCA6AC2A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41F15-59EA-FFBE-E28E-B5254403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C746C-EB94-5F4E-746D-7121FE42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4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032EF-7EBB-EEF1-DDEF-AEE756B3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15D6E-0AFB-D8BB-1B59-B3F1D5A5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B2ABF-683C-7262-FC13-9563D1778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3A538-4DE7-438B-ACBF-46DBAC1FCE7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2816D-3F5E-A3A9-8069-54EDFCC3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F61BE-6944-12FB-2469-DE09AAB8C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B00682-9071-44FE-8148-1EDFF71B3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5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CF51C-7730-9D83-2E8D-6991CF026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1243733" cy="684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7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9D361-4A13-6D45-600F-CB9E1F19D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3A7F68-3FC3-66BB-01CD-737A415F2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546"/>
            <a:ext cx="12192000" cy="647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9310B8-6AFD-95E4-CD5A-61E4F05E4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733"/>
            <a:ext cx="12192000" cy="683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3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526F1-7E32-9BC2-CDE9-63A2BF0C4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4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F6D48-93CA-6BDB-8C32-0E1100808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2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A9582-6575-E165-6DF2-1967ABAF3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6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1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C9896B-A7FC-B8C5-908F-2687FBE1E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8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FDDB8-2F24-54BA-4FBA-0619083D4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4668"/>
            <a:ext cx="12192000" cy="694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5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0DA02-A09C-627A-2DC5-44178DDD8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7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211</Words>
  <Application>Microsoft Office PowerPoint</Application>
  <PresentationFormat>Widescreen</PresentationFormat>
  <Paragraphs>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melekxanim musayeva</dc:creator>
  <cp:lastModifiedBy>melekxanim musayeva</cp:lastModifiedBy>
  <cp:revision>1</cp:revision>
  <dcterms:created xsi:type="dcterms:W3CDTF">2026-02-19T07:34:45Z</dcterms:created>
  <dcterms:modified xsi:type="dcterms:W3CDTF">2026-02-19T07:37:05Z</dcterms:modified>
</cp:coreProperties>
</file>